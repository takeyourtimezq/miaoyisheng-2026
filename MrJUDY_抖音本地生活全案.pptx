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D4736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C9A96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800" kern="0" dirty="0">
                <a:solidFill>
                  <a:srgbClr val="C9A9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Mr.JUDY 洗个头发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抖音本地生活全案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2DDD6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轻奢洗护品牌 · 本地生活增长策略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297680"/>
            <a:ext cx="9144000" cy="841248"/>
          </a:xfrm>
          <a:prstGeom prst="rect">
            <a:avLst/>
          </a:prstGeom>
          <a:solidFill>
            <a:srgbClr val="D4736E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连锁帝国 · 品牌营销  |  2026年5月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1371600" cy="36576"/>
          </a:xfrm>
          <a:prstGeom prst="rect">
            <a:avLst/>
          </a:prstGeom>
          <a:solidFill>
            <a:srgbClr val="C9A96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DDD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品牌现状分析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Mr.JUDY 洗个头发 — 轻奢洗护生活方式连锁品牌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468880" cy="118872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品牌定位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轻奢洗护空间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「洗得爽·吹得美·护得专」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468880" cy="118872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002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核心服务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沉浸式独立洗护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戴森/卡诗品牌合作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468880" cy="118872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差异化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6364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专利洗护按摩椅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轻奢饮品+私密空间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2880360"/>
            <a:ext cx="8046720" cy="109728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2880360"/>
            <a:ext cx="54864" cy="1097280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品牌风险提示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1440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2025年8月，成都/广州等多城市闭店，消费者退款难、员工工资拖欠（封面新闻报道）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官网数据归零（0城市/0门店），品牌正处于重建期——但这也意味着翻身意愿强烈，合作窗口打开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F9F5F0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4160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创始人王健霖 | 滴灌通投资合租模式 | 国际品牌战略合作（戴森·卡诗）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D4736E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为什么是现在？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抖音本地生活 × 轻奢美业 = 历史性窗口期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2926080"/>
          </a:xfrm>
          <a:prstGeom prst="rect">
            <a:avLst/>
          </a:prstGeom>
          <a:solidFill>
            <a:srgbClr val="2A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平台红利期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514600"/>
            <a:ext cx="731520" cy="27432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6974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抖音本地生活GMV突破千亿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美业类目增速超200%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亿级平台补贴连锁品牌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官方直播+职人直播双扶持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463040"/>
            <a:ext cx="2560320" cy="2926080"/>
          </a:xfrm>
          <a:prstGeom prst="rect">
            <a:avLst/>
          </a:prstGeom>
          <a:solidFill>
            <a:srgbClr val="2A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91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品类蓝海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657600" y="2514600"/>
            <a:ext cx="731520" cy="27432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0" y="26974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「洗头」品类认知空白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美业洗护无强势品牌占位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低客单价→高复购模型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体验型服务天然适合短视频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463040"/>
            <a:ext cx="2560320" cy="2926080"/>
          </a:xfrm>
          <a:prstGeom prst="rect">
            <a:avLst/>
          </a:prstGeom>
          <a:solidFill>
            <a:srgbClr val="2A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916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品牌重建时机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92240" y="2514600"/>
            <a:ext cx="731520" cy="27432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20" name="Text 15"/>
          <p:cNvSpPr/>
          <p:nvPr/>
        </p:nvSpPr>
        <p:spPr>
          <a:xfrm>
            <a:off x="6492240" y="26974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闭店危机后需重新获信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抖音是最佳信任重建场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新门店需精准获客引流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数字化运营是唯一出路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8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三层增长策略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声量层 → 内容层 → 转化层，从品牌重建到业绩增长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60320" cy="320040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2560320" cy="457200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声量层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品牌信任重建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377440"/>
            <a:ext cx="548640" cy="27432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品牌号IP打造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门店矩阵号铺设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达人探店种草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口碑内容沉淀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788920"/>
            <a:ext cx="228600" cy="2286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383280" y="1417320"/>
            <a:ext cx="2560320" cy="320040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83280" y="1417320"/>
            <a:ext cx="2560320" cy="4572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3"/>
          <p:cNvSpPr/>
          <p:nvPr/>
        </p:nvSpPr>
        <p:spPr>
          <a:xfrm>
            <a:off x="356616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02336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内容层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61188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精准流量获取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11880" y="2377440"/>
            <a:ext cx="548640" cy="274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0" name="Text 17"/>
          <p:cNvSpPr/>
          <p:nvPr/>
        </p:nvSpPr>
        <p:spPr>
          <a:xfrm>
            <a:off x="3611880" y="25603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职人短视频矩阵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品牌直播常态化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搜索SEO占位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场景化内容输出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788920"/>
            <a:ext cx="228600" cy="2286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17920" y="1417320"/>
            <a:ext cx="2560320" cy="320040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1417320"/>
            <a:ext cx="2560320" cy="457200"/>
          </a:xfrm>
          <a:prstGeom prst="rect">
            <a:avLst/>
          </a:prstGeom>
          <a:solidFill>
            <a:srgbClr val="5A9E6F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85800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转化层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644652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9E6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到店业绩闭环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46520" y="2377440"/>
            <a:ext cx="548640" cy="27432"/>
          </a:xfrm>
          <a:prstGeom prst="rect">
            <a:avLst/>
          </a:prstGeom>
          <a:solidFill>
            <a:srgbClr val="5A9E6F"/>
          </a:solidFill>
          <a:ln/>
        </p:spPr>
      </p:sp>
      <p:sp>
        <p:nvSpPr>
          <p:cNvPr id="28" name="Text 24"/>
          <p:cNvSpPr/>
          <p:nvPr/>
        </p:nvSpPr>
        <p:spPr>
          <a:xfrm>
            <a:off x="6446520" y="25603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引流团单设计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升单话术培训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私域留存复购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数据驱动优化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DDD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账号矩阵与内容策略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品牌号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品牌发声+信任背书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品牌故事/服务展示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用户证言/活动发布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2697480"/>
            <a:ext cx="1280160" cy="274320"/>
          </a:xfrm>
          <a:prstGeom prst="rect">
            <a:avLst/>
          </a:prstGeom>
          <a:solidFill>
            <a:srgbClr val="F2DDD6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3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3-5条/周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09728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2801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门店号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本地获客+到店转化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1188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探店体验/服务过程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团单推荐/用户反馈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11880" y="2697480"/>
            <a:ext cx="1280160" cy="274320"/>
          </a:xfrm>
          <a:prstGeom prst="rect">
            <a:avLst/>
          </a:prstGeom>
          <a:solidFill>
            <a:srgbClr val="F2DDD6"/>
          </a:solidFill>
          <a:ln/>
        </p:spPr>
      </p:sp>
      <p:sp>
        <p:nvSpPr>
          <p:cNvPr id="18" name="Text 14"/>
          <p:cNvSpPr/>
          <p:nvPr/>
        </p:nvSpPr>
        <p:spPr>
          <a:xfrm>
            <a:off x="361188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3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5-7条/周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职人号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4652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专业信任+口碑种草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4652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洗发教程/护发知识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改头换面/前后对比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46520" y="2697480"/>
            <a:ext cx="1280160" cy="274320"/>
          </a:xfrm>
          <a:prstGeom prst="rect">
            <a:avLst/>
          </a:prstGeom>
          <a:solidFill>
            <a:srgbClr val="F2DDD6"/>
          </a:solidFill>
          <a:ln/>
        </p:spPr>
      </p:sp>
      <p:sp>
        <p:nvSpPr>
          <p:cNvPr id="25" name="Text 20"/>
          <p:cNvSpPr/>
          <p:nvPr/>
        </p:nvSpPr>
        <p:spPr>
          <a:xfrm>
            <a:off x="644652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3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3-5条/周/人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333756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2296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🔥 内容爆款公式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2296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痛点切入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2296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"头发塌扁?3分钟洗出蓬松感"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278892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场景共鸣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278892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"加班到9点只想洗个头放松"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75488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前后反差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75488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"油头变蓬松·沉浸式洗护"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72084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探店种草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72084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"商场里藏了个神仙洗头店"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DDD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直播变现策略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40480" cy="502920"/>
          </a:xfrm>
          <a:prstGeom prst="rect">
            <a:avLst/>
          </a:prstGeom>
          <a:solidFill>
            <a:srgbClr val="D473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7043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品牌大场直播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月度1场大场直播（造势+GMV爆发）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品牌号开播，创始人/高管出镜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配合平台活动节点（双11/年货节等）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团单特价+限时秒杀+福袋引流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目标：单场GMV 5-10万+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3840480" cy="502920"/>
          </a:xfrm>
          <a:prstGeom prst="rect">
            <a:avLst/>
          </a:prstGeom>
          <a:solidFill>
            <a:srgbClr val="C9A9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7043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职人日播矩阵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门店职人每日开播（长效获客）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洗发过程实播+护肤知识分享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团单挂车+到店核销闭环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培训标准化话术+场景SOP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目标：月均GMV 20-50万+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C9A96E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团单产品设计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引流→体验→升单，三层团单漏斗设计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60320" cy="3017520"/>
          </a:xfrm>
          <a:prstGeom prst="rect">
            <a:avLst/>
          </a:prstGeom>
          <a:solidFill>
            <a:srgbClr val="2A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2560320" cy="594360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引流款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¥39.9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新客引流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30分钟快速洗护体验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含洗发+吹风+基础头皮检测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2103120" cy="365760"/>
          </a:xfrm>
          <a:prstGeom prst="rect">
            <a:avLst/>
          </a:prstGeom>
          <a:solidFill>
            <a:srgbClr val="D4736E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73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月销5000+单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417320"/>
            <a:ext cx="2560320" cy="3017520"/>
          </a:xfrm>
          <a:prstGeom prst="rect">
            <a:avLst/>
          </a:prstGeom>
          <a:solidFill>
            <a:srgbClr val="2A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417320"/>
            <a:ext cx="2560320" cy="5943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体验款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¥99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118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深度体验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60分钟沉浸式洗护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卡诗护理+头皮SPA+造型设计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11880" y="3703320"/>
            <a:ext cx="2103120" cy="365760"/>
          </a:xfrm>
          <a:prstGeom prst="rect">
            <a:avLst/>
          </a:prstGeom>
          <a:solidFill>
            <a:srgbClr val="C9A96E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月销2000+单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417320"/>
            <a:ext cx="2560320" cy="3017520"/>
          </a:xfrm>
          <a:prstGeom prst="rect">
            <a:avLst/>
          </a:prstGeom>
          <a:solidFill>
            <a:srgbClr val="2A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417320"/>
            <a:ext cx="2560320" cy="594360"/>
          </a:xfrm>
          <a:prstGeom prst="rect">
            <a:avLst/>
          </a:prstGeom>
          <a:solidFill>
            <a:srgbClr val="5A9E6F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升单款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¥199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4652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9E6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高客单转化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90分钟尊享洗护套餐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戴森造型+深层护理+美甲体验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3703320"/>
            <a:ext cx="2103120" cy="365760"/>
          </a:xfrm>
          <a:prstGeom prst="rect">
            <a:avLst/>
          </a:prstGeom>
          <a:solidFill>
            <a:srgbClr val="5A9E6F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9E6F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月销500+单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8D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到店转化闭环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822960" cy="822960"/>
          </a:xfrm>
          <a:prstGeom prst="ellipse">
            <a:avLst/>
          </a:prstGeom>
          <a:solidFill>
            <a:srgbClr val="D4736E"/>
          </a:solidFill>
          <a:ln w="19050">
            <a:solidFill>
              <a:srgbClr val="D473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736E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触达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短视频/直播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搜索发现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14600" y="1188720"/>
            <a:ext cx="822960" cy="822960"/>
          </a:xfrm>
          <a:prstGeom prst="ellipse">
            <a:avLst/>
          </a:prstGeom>
          <a:solidFill>
            <a:srgbClr val="F9F5F0"/>
          </a:solidFill>
          <a:ln w="19050">
            <a:solidFill>
              <a:srgbClr val="D473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736E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33172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团单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24028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引流款39.9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下单锁定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297680" y="1188720"/>
            <a:ext cx="822960" cy="822960"/>
          </a:xfrm>
          <a:prstGeom prst="ellipse">
            <a:avLst/>
          </a:prstGeom>
          <a:solidFill>
            <a:srgbClr val="F9F5F0"/>
          </a:solidFill>
          <a:ln w="19050">
            <a:solidFill>
              <a:srgbClr val="D473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1325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6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736E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411480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到店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02336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沉浸式体验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品牌感知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080760" y="1188720"/>
            <a:ext cx="822960" cy="822960"/>
          </a:xfrm>
          <a:prstGeom prst="ellipse">
            <a:avLst/>
          </a:prstGeom>
          <a:solidFill>
            <a:srgbClr val="F9F5F0"/>
          </a:solidFill>
          <a:ln w="19050">
            <a:solidFill>
              <a:srgbClr val="D4736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3258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736E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589788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升单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80644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话术引导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体验款199+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863840" y="1188720"/>
            <a:ext cx="822960" cy="822960"/>
          </a:xfrm>
          <a:prstGeom prst="ellipse">
            <a:avLst/>
          </a:prstGeom>
          <a:solidFill>
            <a:srgbClr val="F9F5F0"/>
          </a:solidFill>
          <a:ln w="19050">
            <a:solidFill>
              <a:srgbClr val="D4736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88" y="13258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8096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复购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58952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私域沉淀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会员体系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8229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📊 核心KPI指标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2296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≥65%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82296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团单核销率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278892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≥30%</a:t>
            </a:r>
            <a:endParaRPr lang="en-US" sz="2200" dirty="0"/>
          </a:p>
        </p:txBody>
      </p:sp>
      <p:sp>
        <p:nvSpPr>
          <p:cNvPr id="34" name="Text 27"/>
          <p:cNvSpPr/>
          <p:nvPr/>
        </p:nvSpPr>
        <p:spPr>
          <a:xfrm>
            <a:off x="278892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到店升单率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75488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≥20%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475488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30天复购率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72084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≥50%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672084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私域加粉率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DDD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竞品参考与差异化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210312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维度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3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芳香世家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3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樊文花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3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Mr.JUDY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3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门店规模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1000+家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5000+家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36E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重建中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核心品类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护肤/面部护理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面部护理+护肤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36E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洗护+美甲美睫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抖音打法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IP矩阵+29.9引流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线下驱动为主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36E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职人矩阵+轻奢定位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差异化优势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规模+低价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3A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品牌认知度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36E"/>
                          </a:solidFill>
                          <a:latin typeface="InstrumentSans" pitchFamily="34" charset="0"/>
                          <a:ea typeface="InstrumentSans" pitchFamily="34" charset="-122"/>
                          <a:cs typeface="InstrumentSans" pitchFamily="34" charset="-120"/>
                        </a:rPr>
                        <a:t>轻奢体验+品类空白</a:t>
                      </a:r>
                      <a:endParaRPr lang="en-US" sz="1100" dirty="0">
                        <a:latin typeface="InstrumentSans" charset="0"/>
                        <a:ea typeface="InstrumentSans" charset="0"/>
                        <a:cs typeface="Instrument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611880"/>
            <a:ext cx="54864" cy="10972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💡 Mr.JUDY差异化路径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「洗头」是美业中唯一没有被头部品牌占位的品类。Mr.JUDY用轻奢定位切入，避开29.9元价格战，主打39.9引流+199升单的利润模型，辅以沉浸式体验形成口碑壁垒。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DDD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90天执行节奏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315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1097280"/>
            <a:ext cx="256032" cy="256032"/>
          </a:xfrm>
          <a:prstGeom prst="ellipse">
            <a:avLst/>
          </a:prstGeom>
          <a:solidFill>
            <a:srgbClr val="D4736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73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第1-30天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基建期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560320" cy="256032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03120"/>
            <a:ext cx="2560320" cy="54864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品牌号搭建+蓝V认证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门店号矩阵开通（5-10家）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团单设计+上架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职人招募+培训启动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内容模板+SOP输出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097280"/>
            <a:ext cx="256032" cy="256032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第31-60天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爬坡期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83280" y="2103120"/>
            <a:ext cx="2560320" cy="256032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2103120"/>
            <a:ext cx="2560320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2860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内容日更+数据复盘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职人直播启动（3-5人）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达人探店合作启动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团单优化+升单测试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付费投流小范围测试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1097280"/>
            <a:ext cx="256032" cy="256032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9E6F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第61-90天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爆发期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17920" y="2103120"/>
            <a:ext cx="2560320" cy="2560320"/>
          </a:xfrm>
          <a:prstGeom prst="rect">
            <a:avLst/>
          </a:prstGeom>
          <a:solidFill>
            <a:srgbClr val="F9F5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103120"/>
            <a:ext cx="2560320" cy="54864"/>
          </a:xfrm>
          <a:prstGeom prst="rect">
            <a:avLst/>
          </a:prstGeom>
          <a:solidFill>
            <a:srgbClr val="5A9E6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2860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品牌大场直播落地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职人矩阵全面铺开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爆款内容复制放大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付费投流规模化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全链路数据驱动优化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C9A96E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736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合作方案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023360" cy="3474720"/>
          </a:xfrm>
          <a:prstGeom prst="rect">
            <a:avLst/>
          </a:prstGeom>
          <a:solidFill>
            <a:srgbClr val="2A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4023360" cy="640080"/>
          </a:xfrm>
          <a:prstGeom prst="rect">
            <a:avLst/>
          </a:prstGeom>
          <a:solidFill>
            <a:srgbClr val="D473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基础版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45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9.8万/季度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73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单城试点·5-10家门店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品牌号搭建+蓝V认证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5-10家门店号矩阵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团单设计+上架运营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1场品牌大场直播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职人培训+话术SOP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月度数据复盘报告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097280"/>
            <a:ext cx="4023360" cy="3474720"/>
          </a:xfrm>
          <a:prstGeom prst="rect">
            <a:avLst/>
          </a:prstGeom>
          <a:solidFill>
            <a:srgbClr val="2A2A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097280"/>
            <a:ext cx="4023360" cy="6400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全案版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19.8万/季度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多城铺开·20-50家门店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基础版全部内容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20-50家门店矩阵铺开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职人直播陪跑（10人+）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达人探店合作对接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付费投流策略+执行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每周数据复盘+优化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私域运营体系搭建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D4736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C9A96E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C9A96E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Mr.JUDY × 连锁帝国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让每一次洗头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都成为品牌增长的机会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0" y="3566160"/>
            <a:ext cx="14630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A"/>
                </a:solidFill>
                <a:latin typeface="InstrumentSans" pitchFamily="34" charset="0"/>
                <a:ea typeface="InstrumentSans" pitchFamily="34" charset="-122"/>
                <a:cs typeface="InstrumentSans" pitchFamily="34" charset="-120"/>
              </a:rPr>
              <a:t>连锁帝国 · 品牌营销  |  期待合作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Mr.JUDY 抖音本地生活全案</dc:title>
  <dc:subject>PptxGenJS Presentation</dc:subject>
  <dc:creator>连锁帝国</dc:creator>
  <cp:lastModifiedBy>连锁帝国</cp:lastModifiedBy>
  <cp:revision>1</cp:revision>
  <dcterms:created xsi:type="dcterms:W3CDTF">2026-05-09T07:07:02Z</dcterms:created>
  <dcterms:modified xsi:type="dcterms:W3CDTF">2026-05-09T07:07:02Z</dcterms:modified>
</cp:coreProperties>
</file>