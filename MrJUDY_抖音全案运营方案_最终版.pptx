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Mr.JUDY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抖音全案运营方案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参考TCJF云连锁打法，定制洗发养发品牌抖音线上运营策略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方案目录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TCJF云连锁打法深度拆解（3页）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8" name="Text 6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Mr.JUDY品牌分析与差异化定位（3页）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1" name="Text 9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整体策略与内容规划（3页）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4" name="Text 12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团购套餐与转化设计（3页）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7" name="Text 15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达人推广体系（3页）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0" name="Text 18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商家矩阵账号体系（3页）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3" name="Text 21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66344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执行落地与阶段目标（3页）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 TCJF云连锁打法深度拆解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（1/3）模式概述与核心数据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14630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" name="Text 4"/>
          <p:cNvSpPr/>
          <p:nvPr/>
        </p:nvSpPr>
        <p:spPr>
          <a:xfrm>
            <a:off x="457200" y="14173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90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2700+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全国门店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云连锁串联不同品牌/法人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2011680" cy="14630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0" name="Text 8"/>
          <p:cNvSpPr/>
          <p:nvPr/>
        </p:nvSpPr>
        <p:spPr>
          <a:xfrm>
            <a:off x="2651760" y="14173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90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29.9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19659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引流款起价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2860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洗吹造型三次卡获客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2011680" cy="14630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4" name="Text 12"/>
          <p:cNvSpPr/>
          <p:nvPr/>
        </p:nvSpPr>
        <p:spPr>
          <a:xfrm>
            <a:off x="4846320" y="14173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90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388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利润款均价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总监烫染套餐盈利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280160"/>
            <a:ext cx="2011680" cy="14630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8" name="Text 16"/>
          <p:cNvSpPr/>
          <p:nvPr/>
        </p:nvSpPr>
        <p:spPr>
          <a:xfrm>
            <a:off x="7040880" y="14173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90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15天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40880" y="19659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售后承诺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2860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不满意免费重做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云连锁模式定义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由品牌方/服务商牵头，将线下同类目可标准化产品的门店认领到一起，实现不同品牌、不同营业执照、不同法人、不同地区的门店通过主品牌串联，共同享受品牌流量辐射，形成品牌矩阵，集中火力打造中央直播间，增加团购套餐核销量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 TCJF云连锁打法深度拆解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（2/3）内容策略与流量打法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01168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内容策略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真人出镜：发型师/总监真人IP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服务过程：烫染过程全程记录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7802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前后对比：发型改造强烈对比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2549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场景植入：五一出游、约会前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痛点切入：15天不满意重做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201168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3" name="Text 11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流量来源矩阵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短视频矩阵：主号+门店+员工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13055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达人探店：本地生活达人合作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47802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中央直播间：总部统一带货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82549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付费投流：DOU+精准投放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自然流量：爆款二次传播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20" name="Text 18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爆款内容公式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3秒钩子（痛点/好奇）+ 30秒过程（服务展示）+ 10秒转化（团购引导+售后承诺）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 TCJF云连锁打法深度拆解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（3/3）团购策略与成功要素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阶梯式团购设计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2560320" cy="1828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731520" y="1600200"/>
            <a:ext cx="2560320" cy="10972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引流款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¥29.9-59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洗吹造型三次卡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3108960"/>
            <a:ext cx="1645920" cy="3200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1188720" y="313639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获客到店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600200"/>
            <a:ext cx="2560320" cy="1828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3474720" y="1600200"/>
            <a:ext cx="2560320" cy="10972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5" name="Text 13"/>
          <p:cNvSpPr/>
          <p:nvPr/>
        </p:nvSpPr>
        <p:spPr>
          <a:xfrm>
            <a:off x="3474720" y="18288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利润款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¥168-388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0" y="274320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烫染/总监设计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3108960"/>
            <a:ext cx="1645920" cy="32004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9" name="Text 17"/>
          <p:cNvSpPr/>
          <p:nvPr/>
        </p:nvSpPr>
        <p:spPr>
          <a:xfrm>
            <a:off x="3931920" y="313639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主力盈利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2560320" cy="1828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6217920" y="1600200"/>
            <a:ext cx="2560320" cy="109728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22" name="Text 20"/>
          <p:cNvSpPr/>
          <p:nvPr/>
        </p:nvSpPr>
        <p:spPr>
          <a:xfrm>
            <a:off x="6217920" y="18288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5A8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形象款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¥588-888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17920" y="274320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高端定制/明星款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3108960"/>
            <a:ext cx="1645920" cy="32004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26" name="Text 24"/>
          <p:cNvSpPr/>
          <p:nvPr/>
        </p:nvSpPr>
        <p:spPr>
          <a:xfrm>
            <a:off x="6675120" y="313639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品牌调性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关键成功要素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109728" cy="10972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9" name="Text 27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标准化服务流程 — 全流程SOP确保一致性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109728" cy="10972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1" name="Text 29"/>
          <p:cNvSpPr/>
          <p:nvPr/>
        </p:nvSpPr>
        <p:spPr>
          <a:xfrm>
            <a:off x="685800" y="4370832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强售后承诺 — 15天不满意免费重做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764024"/>
            <a:ext cx="109728" cy="10972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3" name="Text 31"/>
          <p:cNvSpPr/>
          <p:nvPr/>
        </p:nvSpPr>
        <p:spPr>
          <a:xfrm>
            <a:off x="685800" y="4718304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云连锁模式 — 轻资产扩张共享流量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111496"/>
            <a:ext cx="109728" cy="10972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5" name="Text 33"/>
          <p:cNvSpPr/>
          <p:nvPr/>
        </p:nvSpPr>
        <p:spPr>
          <a:xfrm>
            <a:off x="685800" y="5065776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阶梯式团购 — 引流获客+利润赚钱+形象立调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Mr.JUDY品牌分析与差异化定位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（1/3）品牌基础与核心优势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品牌基础信息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品牌名称：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78308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Mr.JUDY 洗个头发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21992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所属公司：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2219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北京小悦科技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成立时间：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660904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2018年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99816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目标人群：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099816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一线/新一线白领女性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38728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核心服务：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53872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洗发、头皮护理、按摩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服务模式：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97764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沉浸式独立空间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16552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行业地位：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441655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养发馆十大品牌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核心差异化优势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卡诗官方合作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084832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使用卡诗专业产品线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42316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2316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专利洗护按摩椅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724912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多功能专利设备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06324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306324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独立私密空间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3364992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白领女性专属放松空间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70332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370332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标准化流程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4005072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头皮检测到护理全流程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34340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434340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专业定位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4645152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垂直洗发养发专家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Mr.JUDY品牌分析与差异化定位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（2/3）与TCJF的深度对比分析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6" name="Text 4"/>
          <p:cNvSpPr/>
          <p:nvPr/>
        </p:nvSpPr>
        <p:spPr>
          <a:xfrm>
            <a:off x="457200" y="1261872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维度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1188720"/>
            <a:ext cx="20116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8" name="Text 6"/>
          <p:cNvSpPr/>
          <p:nvPr/>
        </p:nvSpPr>
        <p:spPr>
          <a:xfrm>
            <a:off x="1554480" y="12618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TCJF（理发）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20116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0" name="Text 8"/>
          <p:cNvSpPr/>
          <p:nvPr/>
        </p:nvSpPr>
        <p:spPr>
          <a:xfrm>
            <a:off x="3566160" y="12618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Mr.JUDY（养发）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356616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2" name="Text 10"/>
          <p:cNvSpPr/>
          <p:nvPr/>
        </p:nvSpPr>
        <p:spPr>
          <a:xfrm>
            <a:off x="5577840" y="1261872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策略启示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10972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4" name="Text 12"/>
          <p:cNvSpPr/>
          <p:nvPr/>
        </p:nvSpPr>
        <p:spPr>
          <a:xfrm>
            <a:off x="502920" y="1801368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客单价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54480" y="1691640"/>
            <a:ext cx="20116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6" name="Text 14"/>
          <p:cNvSpPr/>
          <p:nvPr/>
        </p:nvSpPr>
        <p:spPr>
          <a:xfrm>
            <a:off x="1600200" y="18013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中低29.9-388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1691640"/>
            <a:ext cx="20116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8" name="Text 16"/>
          <p:cNvSpPr/>
          <p:nvPr/>
        </p:nvSpPr>
        <p:spPr>
          <a:xfrm>
            <a:off x="3611880" y="18013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中高80-300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91640"/>
            <a:ext cx="356616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0" name="Text 18"/>
          <p:cNvSpPr/>
          <p:nvPr/>
        </p:nvSpPr>
        <p:spPr>
          <a:xfrm>
            <a:off x="5623560" y="1801368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拼体验价值非低价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67128"/>
            <a:ext cx="10972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502920" y="2276856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消费频次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54480" y="2167128"/>
            <a:ext cx="20116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1600200" y="2276856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高频1-2月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2167128"/>
            <a:ext cx="20116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3611880" y="2276856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中频2-4周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167128"/>
            <a:ext cx="356616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5623560" y="2276856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更高复购潜力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42616"/>
            <a:ext cx="10972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0" name="Text 28"/>
          <p:cNvSpPr/>
          <p:nvPr/>
        </p:nvSpPr>
        <p:spPr>
          <a:xfrm>
            <a:off x="502920" y="2752344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决策门槛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54480" y="2642616"/>
            <a:ext cx="20116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2" name="Text 30"/>
          <p:cNvSpPr/>
          <p:nvPr/>
        </p:nvSpPr>
        <p:spPr>
          <a:xfrm>
            <a:off x="1600200" y="2752344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低（刚需）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66160" y="2642616"/>
            <a:ext cx="20116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4" name="Text 32"/>
          <p:cNvSpPr/>
          <p:nvPr/>
        </p:nvSpPr>
        <p:spPr>
          <a:xfrm>
            <a:off x="3611880" y="2752344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中（非刚需）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642616"/>
            <a:ext cx="356616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6" name="Text 34"/>
          <p:cNvSpPr/>
          <p:nvPr/>
        </p:nvSpPr>
        <p:spPr>
          <a:xfrm>
            <a:off x="5623560" y="2752344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需教育市场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118104"/>
            <a:ext cx="10972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02920" y="322783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核心痛点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554480" y="3118104"/>
            <a:ext cx="20116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1600200" y="32278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发型效果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6160" y="3118104"/>
            <a:ext cx="20116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3611880" y="32278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头皮健康+放松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3118104"/>
            <a:ext cx="356616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5623560" y="3227832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双重价值主张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593592"/>
            <a:ext cx="10972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6" name="Text 44"/>
          <p:cNvSpPr/>
          <p:nvPr/>
        </p:nvSpPr>
        <p:spPr>
          <a:xfrm>
            <a:off x="502920" y="370332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目标人群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554480" y="3593592"/>
            <a:ext cx="20116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8" name="Text 46"/>
          <p:cNvSpPr/>
          <p:nvPr/>
        </p:nvSpPr>
        <p:spPr>
          <a:xfrm>
            <a:off x="1600200" y="370332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大众消费者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6160" y="3593592"/>
            <a:ext cx="20116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50" name="Text 48"/>
          <p:cNvSpPr/>
          <p:nvPr/>
        </p:nvSpPr>
        <p:spPr>
          <a:xfrm>
            <a:off x="3611880" y="370332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白领女性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3593592"/>
            <a:ext cx="356616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52" name="Text 50"/>
          <p:cNvSpPr/>
          <p:nvPr/>
        </p:nvSpPr>
        <p:spPr>
          <a:xfrm>
            <a:off x="5623560" y="370332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精准高LTV人群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069080"/>
            <a:ext cx="10972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02920" y="4178808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服务场景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554480" y="4069080"/>
            <a:ext cx="20116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1600200" y="417880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公开快节奏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566160" y="4069080"/>
            <a:ext cx="20116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3611880" y="417880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独立慢享受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77840" y="4069080"/>
            <a:ext cx="356616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5623560" y="4178808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体验是壁垒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544568"/>
            <a:ext cx="10972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2" name="Text 60"/>
          <p:cNvSpPr/>
          <p:nvPr/>
        </p:nvSpPr>
        <p:spPr>
          <a:xfrm>
            <a:off x="502920" y="4654296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竞争壁垒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554480" y="4544568"/>
            <a:ext cx="20116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4" name="Text 62"/>
          <p:cNvSpPr/>
          <p:nvPr/>
        </p:nvSpPr>
        <p:spPr>
          <a:xfrm>
            <a:off x="1600200" y="4654296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价格便利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566160" y="4544568"/>
            <a:ext cx="201168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6" name="Text 64"/>
          <p:cNvSpPr/>
          <p:nvPr/>
        </p:nvSpPr>
        <p:spPr>
          <a:xfrm>
            <a:off x="3611880" y="4654296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品质专业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77840" y="4544568"/>
            <a:ext cx="3566160" cy="43891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8" name="Text 66"/>
          <p:cNvSpPr/>
          <p:nvPr/>
        </p:nvSpPr>
        <p:spPr>
          <a:xfrm>
            <a:off x="5623560" y="4654296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建立专家形象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Mr.JUDY品牌分析与差异化定位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（3/3）差异化定位与核心策略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核心定位：精致护理专家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三大策略支柱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743200" cy="21945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9" name="Shape 7"/>
          <p:cNvSpPr/>
          <p:nvPr/>
        </p:nvSpPr>
        <p:spPr>
          <a:xfrm>
            <a:off x="457200" y="2743200"/>
            <a:ext cx="2743200" cy="54864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0" name="Text 8"/>
          <p:cNvSpPr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体验差异化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沉浸式独立空间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605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卡诗品质+专利设备+白领专属空间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2743200" cy="21945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5" name="Shape 13"/>
          <p:cNvSpPr/>
          <p:nvPr/>
        </p:nvSpPr>
        <p:spPr>
          <a:xfrm>
            <a:off x="3383280" y="2743200"/>
            <a:ext cx="2743200" cy="54864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6" name="Text 14"/>
          <p:cNvSpPr/>
          <p:nvPr/>
        </p:nvSpPr>
        <p:spPr>
          <a:xfrm>
            <a:off x="3383280" y="2834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5A8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内容专业化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37947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头皮健康知识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41605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头皮检测到方案定制，建立专家形象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743200"/>
            <a:ext cx="2743200" cy="21945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1" name="Shape 19"/>
          <p:cNvSpPr/>
          <p:nvPr/>
        </p:nvSpPr>
        <p:spPr>
          <a:xfrm>
            <a:off x="6309360" y="2743200"/>
            <a:ext cx="274320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2" name="Text 20"/>
          <p:cNvSpPr/>
          <p:nvPr/>
        </p:nvSpPr>
        <p:spPr>
          <a:xfrm>
            <a:off x="6309360" y="2834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转化阶梯化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09360" y="37947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体验价值驱动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1605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低价引流→到店升级→储值锁客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整体策略与内容规划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（1/3）内容策略总览与类型配比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内容公式：痛点共鸣 + 场景代入 + 效果可视化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011680" cy="2834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457200" y="2011680"/>
            <a:ext cx="2011680" cy="6400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9" name="Text 7"/>
          <p:cNvSpPr/>
          <p:nvPr/>
        </p:nvSpPr>
        <p:spPr>
          <a:xfrm>
            <a:off x="457200" y="21488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知识科普类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头皮健康科普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脱发原因解析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849624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养发误区纠正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季节护理指南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011680"/>
            <a:ext cx="2011680" cy="2834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2651760" y="2011680"/>
            <a:ext cx="2011680" cy="64008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7" name="Text 15"/>
          <p:cNvSpPr/>
          <p:nvPr/>
        </p:nvSpPr>
        <p:spPr>
          <a:xfrm>
            <a:off x="2651760" y="21488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651760" y="27432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A8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服务展示类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3154680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沉浸式洗头过程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88920" y="350215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头皮检测展示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3849624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护理前后对比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88920" y="4197096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ASMR音效体验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2011680" cy="2834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4846320" y="2011680"/>
            <a:ext cx="2011680" cy="6400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4846320" y="21488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46320" y="27432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用户证言类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154680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真实客户体验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50215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Vlog记录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849624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效果反馈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197096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复购故事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2011680"/>
            <a:ext cx="2011680" cy="2834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Shape 30"/>
          <p:cNvSpPr/>
          <p:nvPr/>
        </p:nvSpPr>
        <p:spPr>
          <a:xfrm>
            <a:off x="7040880" y="2011680"/>
            <a:ext cx="2011680" cy="6400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3" name="Text 31"/>
          <p:cNvSpPr/>
          <p:nvPr/>
        </p:nvSpPr>
        <p:spPr>
          <a:xfrm>
            <a:off x="7040880" y="21488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15%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040880" y="27432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品牌调性类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3154680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卡诗合作展示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350215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专利设备介绍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78040" y="3849624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独立空间环境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4197096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白领生活方式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整体策略与内容规划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（2/3）爆款内容模板与脚本结构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7" name="Text 5"/>
          <p:cNvSpPr/>
          <p:nvPr/>
        </p:nvSpPr>
        <p:spPr>
          <a:xfrm>
            <a:off x="457200" y="126187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3秒钩子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目标：抓住注意力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"头发越洗越油？"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"头皮比脸皮老6岁"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"白领的秘密基地"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"熬夜掉发看过来"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"39.9元贵妇体验"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2651760" cy="34747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5" name="Shape 13"/>
          <p:cNvSpPr/>
          <p:nvPr/>
        </p:nvSpPr>
        <p:spPr>
          <a:xfrm>
            <a:off x="3337560" y="1188720"/>
            <a:ext cx="265176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6" name="Text 14"/>
          <p:cNvSpPr/>
          <p:nvPr/>
        </p:nvSpPr>
        <p:spPr>
          <a:xfrm>
            <a:off x="3337560" y="126187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30秒过程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1737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目标：建立信任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头皮检测特写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26060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ASMR洗头音效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31089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按摩手法展示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36118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客户放松表情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41148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卡诗产品展示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4" name="Shape 22"/>
          <p:cNvSpPr/>
          <p:nvPr/>
        </p:nvSpPr>
        <p:spPr>
          <a:xfrm>
            <a:off x="6217920" y="1188720"/>
            <a:ext cx="265176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6217920" y="126187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10秒转化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1737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目标：引导行动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"洗完轻了2斤"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6060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"点击左下角39.9"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"每天限10名额"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6118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"限时手慢无"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"评论区扣1预约"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整体策略与内容规划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（3/3）内容日历与发布节奏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商家门店号内容日历（2-3条/天）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" cy="36576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星期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554480"/>
            <a:ext cx="1097280" cy="36576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9" name="Text 7"/>
          <p:cNvSpPr/>
          <p:nvPr/>
        </p:nvSpPr>
        <p:spPr>
          <a:xfrm>
            <a:off x="1280160" y="16002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554480"/>
            <a:ext cx="1097280" cy="36576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1" name="Text 9"/>
          <p:cNvSpPr/>
          <p:nvPr/>
        </p:nvSpPr>
        <p:spPr>
          <a:xfrm>
            <a:off x="2377440" y="16002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1097280" cy="36576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3" name="Text 11"/>
          <p:cNvSpPr/>
          <p:nvPr/>
        </p:nvSpPr>
        <p:spPr>
          <a:xfrm>
            <a:off x="3474720" y="16002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晚间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82296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5" name="Text 13"/>
          <p:cNvSpPr/>
          <p:nvPr/>
        </p:nvSpPr>
        <p:spPr>
          <a:xfrm>
            <a:off x="457200" y="2039112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80160" y="1965960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7" name="Text 15"/>
          <p:cNvSpPr/>
          <p:nvPr/>
        </p:nvSpPr>
        <p:spPr>
          <a:xfrm>
            <a:off x="1280160" y="2039112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门店环境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1965960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9" name="Text 17"/>
          <p:cNvSpPr/>
          <p:nvPr/>
        </p:nvSpPr>
        <p:spPr>
          <a:xfrm>
            <a:off x="2377440" y="2039112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服务快剪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1" name="Text 19"/>
          <p:cNvSpPr/>
          <p:nvPr/>
        </p:nvSpPr>
        <p:spPr>
          <a:xfrm>
            <a:off x="3474720" y="2039112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好评截图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350008"/>
            <a:ext cx="82296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457200" y="242316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80160" y="2350008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1280160" y="2423160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知识科普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350008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2377440" y="2423160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员工日常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2350008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3474720" y="2423160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福利预告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734056"/>
            <a:ext cx="82296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1" name="Text 29"/>
          <p:cNvSpPr/>
          <p:nvPr/>
        </p:nvSpPr>
        <p:spPr>
          <a:xfrm>
            <a:off x="457200" y="2807208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80160" y="2734056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3" name="Text 31"/>
          <p:cNvSpPr/>
          <p:nvPr/>
        </p:nvSpPr>
        <p:spPr>
          <a:xfrm>
            <a:off x="1280160" y="280720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达人转发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77440" y="2734056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5" name="Text 33"/>
          <p:cNvSpPr/>
          <p:nvPr/>
        </p:nvSpPr>
        <p:spPr>
          <a:xfrm>
            <a:off x="2377440" y="280720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检测过程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0" y="2734056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7" name="Text 35"/>
          <p:cNvSpPr/>
          <p:nvPr/>
        </p:nvSpPr>
        <p:spPr>
          <a:xfrm>
            <a:off x="3474720" y="280720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预约提醒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118104"/>
            <a:ext cx="82296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3191256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周四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80160" y="3118104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1280160" y="3191256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产品展示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77440" y="3118104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2377440" y="3191256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ASMR洗头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0" y="3118104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3474720" y="3191256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活动预告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502152"/>
            <a:ext cx="82296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7" name="Text 45"/>
          <p:cNvSpPr/>
          <p:nvPr/>
        </p:nvSpPr>
        <p:spPr>
          <a:xfrm>
            <a:off x="457200" y="3575304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周五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280160" y="3502152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9" name="Text 47"/>
          <p:cNvSpPr/>
          <p:nvPr/>
        </p:nvSpPr>
        <p:spPr>
          <a:xfrm>
            <a:off x="1280160" y="3575304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周末福利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77440" y="3502152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51" name="Text 49"/>
          <p:cNvSpPr/>
          <p:nvPr/>
        </p:nvSpPr>
        <p:spPr>
          <a:xfrm>
            <a:off x="2377440" y="3575304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客户Vlog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74720" y="3502152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53" name="Text 51"/>
          <p:cNvSpPr/>
          <p:nvPr/>
        </p:nvSpPr>
        <p:spPr>
          <a:xfrm>
            <a:off x="3474720" y="3575304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预约提醒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3886200"/>
            <a:ext cx="82296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457200" y="3959352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周六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280160" y="3886200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1280160" y="3959352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高峰实拍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377440" y="3886200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2377440" y="3959352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排队场景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74720" y="3886200"/>
            <a:ext cx="109728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3474720" y="3959352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当日战报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4270248"/>
            <a:ext cx="82296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3" name="Text 61"/>
          <p:cNvSpPr/>
          <p:nvPr/>
        </p:nvSpPr>
        <p:spPr>
          <a:xfrm>
            <a:off x="457200" y="434340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周日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280160" y="4270248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5" name="Text 63"/>
          <p:cNvSpPr/>
          <p:nvPr/>
        </p:nvSpPr>
        <p:spPr>
          <a:xfrm>
            <a:off x="1280160" y="4343400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周总结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377440" y="4270248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7" name="Text 65"/>
          <p:cNvSpPr/>
          <p:nvPr/>
        </p:nvSpPr>
        <p:spPr>
          <a:xfrm>
            <a:off x="2377440" y="4343400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UGC合集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474720" y="4270248"/>
            <a:ext cx="1097280" cy="347472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9" name="Text 67"/>
          <p:cNvSpPr/>
          <p:nvPr/>
        </p:nvSpPr>
        <p:spPr>
          <a:xfrm>
            <a:off x="3474720" y="4343400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互动问答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必拍8个标准镜头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029200" y="1554480"/>
            <a:ext cx="228600" cy="228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72" name="Text 70"/>
          <p:cNvSpPr/>
          <p:nvPr/>
        </p:nvSpPr>
        <p:spPr>
          <a:xfrm>
            <a:off x="5029200" y="15544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349240" y="15361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门头招牌（3秒）- 品牌露出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029200" y="2011680"/>
            <a:ext cx="228600" cy="228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75" name="Text 73"/>
          <p:cNvSpPr/>
          <p:nvPr/>
        </p:nvSpPr>
        <p:spPr>
          <a:xfrm>
            <a:off x="5029200" y="20116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349240" y="19933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接待区（5秒）- 环境展示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029200" y="2468880"/>
            <a:ext cx="228600" cy="228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78" name="Text 76"/>
          <p:cNvSpPr/>
          <p:nvPr/>
        </p:nvSpPr>
        <p:spPr>
          <a:xfrm>
            <a:off x="5029200" y="24688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349240" y="24505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独立护理间（5秒）- 私密空间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029200" y="2926080"/>
            <a:ext cx="228600" cy="228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81" name="Text 79"/>
          <p:cNvSpPr/>
          <p:nvPr/>
        </p:nvSpPr>
        <p:spPr>
          <a:xfrm>
            <a:off x="5029200" y="29260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349240" y="29077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头皮检测（10秒）- 专业感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029200" y="3383280"/>
            <a:ext cx="228600" cy="228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84" name="Text 82"/>
          <p:cNvSpPr/>
          <p:nvPr/>
        </p:nvSpPr>
        <p:spPr>
          <a:xfrm>
            <a:off x="5029200" y="33832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349240" y="33649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洗护过程（15秒）- ASMR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029200" y="3840480"/>
            <a:ext cx="228600" cy="228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87" name="Text 85"/>
          <p:cNvSpPr/>
          <p:nvPr/>
        </p:nvSpPr>
        <p:spPr>
          <a:xfrm>
            <a:off x="5029200" y="38404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349240" y="38221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放松表情（5秒）- 效果感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029200" y="4297680"/>
            <a:ext cx="228600" cy="228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90" name="Text 88"/>
          <p:cNvSpPr/>
          <p:nvPr/>
        </p:nvSpPr>
        <p:spPr>
          <a:xfrm>
            <a:off x="5029200" y="42976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349240" y="42793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前后对比（5秒）- 可视化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029200" y="4754880"/>
            <a:ext cx="228600" cy="228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93" name="Text 91"/>
          <p:cNvSpPr/>
          <p:nvPr/>
        </p:nvSpPr>
        <p:spPr>
          <a:xfrm>
            <a:off x="5029200" y="47548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5349240" y="47365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团购引导（5秒）- 转化点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 团购套餐与转化设计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（1/3）团购套餐详细设计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48840" cy="3474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365760" y="1188720"/>
            <a:ext cx="2148840" cy="1371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365760" y="141732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引流款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¥39.9-59.9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原价128元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精致洗发+头皮检测+造型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600200" cy="3200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640080" y="3410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首客获取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KPI：点击/到店率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188720"/>
            <a:ext cx="2148840" cy="3474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2606040" y="1188720"/>
            <a:ext cx="2148840" cy="13716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6" name="Text 14"/>
          <p:cNvSpPr/>
          <p:nvPr/>
        </p:nvSpPr>
        <p:spPr>
          <a:xfrm>
            <a:off x="2606040" y="141732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利润款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06040" y="187452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¥168-268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6040" y="2331720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原价398元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65176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深层护理+卡诗+按摩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3383280"/>
            <a:ext cx="1600200" cy="32004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1" name="Text 19"/>
          <p:cNvSpPr/>
          <p:nvPr/>
        </p:nvSpPr>
        <p:spPr>
          <a:xfrm>
            <a:off x="2880360" y="3410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主力盈利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7947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KPI：转化/客单价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2148840" cy="3474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4846320" y="1188720"/>
            <a:ext cx="2148840" cy="13716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25" name="Text 23"/>
          <p:cNvSpPr/>
          <p:nvPr/>
        </p:nvSpPr>
        <p:spPr>
          <a:xfrm>
            <a:off x="4846320" y="141732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A8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形象款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187452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¥398-598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846320" y="2331720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原价888元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65176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全套养护+定制+会员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383280"/>
            <a:ext cx="1600200" cy="32004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30" name="Text 28"/>
          <p:cNvSpPr/>
          <p:nvPr/>
        </p:nvSpPr>
        <p:spPr>
          <a:xfrm>
            <a:off x="5120640" y="3410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高端形象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7947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KPI：品牌调性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86600" y="1188720"/>
            <a:ext cx="2148840" cy="3474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Shape 31"/>
          <p:cNvSpPr/>
          <p:nvPr/>
        </p:nvSpPr>
        <p:spPr>
          <a:xfrm>
            <a:off x="7086600" y="1188720"/>
            <a:ext cx="2148840" cy="1371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4" name="Text 32"/>
          <p:cNvSpPr/>
          <p:nvPr/>
        </p:nvSpPr>
        <p:spPr>
          <a:xfrm>
            <a:off x="7086600" y="141732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储值款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187452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¥1000-3000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086600" y="2331720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相当于7折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265176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多次套餐+专属顾问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60920" y="3383280"/>
            <a:ext cx="1600200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9" name="Text 37"/>
          <p:cNvSpPr/>
          <p:nvPr/>
        </p:nvSpPr>
        <p:spPr>
          <a:xfrm>
            <a:off x="7360920" y="3410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锁客复购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78040" y="37947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KPI：LTV/复购率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2" name="Text 4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转化路径：低价体验 → 到店升级 → 储值锁客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 团购套餐与转化设计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（2/3）到店转化与升级策略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到店体验流程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82880" cy="1828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8" name="Text 6"/>
          <p:cNvSpPr/>
          <p:nvPr/>
        </p:nvSpPr>
        <p:spPr>
          <a:xfrm>
            <a:off x="914400" y="173736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 接待确认团购信息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182880" cy="1828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0" name="Text 8"/>
          <p:cNvSpPr/>
          <p:nvPr/>
        </p:nvSpPr>
        <p:spPr>
          <a:xfrm>
            <a:off x="914400" y="2084832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2. 头皮检测专业分析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78024"/>
            <a:ext cx="182880" cy="1828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2" name="Text 10"/>
          <p:cNvSpPr/>
          <p:nvPr/>
        </p:nvSpPr>
        <p:spPr>
          <a:xfrm>
            <a:off x="914400" y="2432304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3. 服务过程体验展示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25496"/>
            <a:ext cx="182880" cy="1828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4" name="Text 12"/>
          <p:cNvSpPr/>
          <p:nvPr/>
        </p:nvSpPr>
        <p:spPr>
          <a:xfrm>
            <a:off x="914400" y="2779776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4. 效果对比可视化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72968"/>
            <a:ext cx="182880" cy="1828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6" name="Text 14"/>
          <p:cNvSpPr/>
          <p:nvPr/>
        </p:nvSpPr>
        <p:spPr>
          <a:xfrm>
            <a:off x="914400" y="312724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5. 升级方案推荐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182880" cy="1828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8" name="Text 16"/>
          <p:cNvSpPr/>
          <p:nvPr/>
        </p:nvSpPr>
        <p:spPr>
          <a:xfrm>
            <a:off x="914400" y="347472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6. 储值会员转化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0" name="Text 18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升级话术要点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"您的头皮属于油性敏感..."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1945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"建议加做深层清洁护理..."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60604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"今天办理可享新客优惠..."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01752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"储值1000送200更划算..."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42900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"预约下次专属顾问服务..."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8229600" cy="1463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私域沉淀路径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抖音曝光 → 点击团购 → 到店体验 → 添加企微 → 会员体系 → 复购+转介绍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↑___________________________________________|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84632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（社群运营、专属福利、预约提醒）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 团购套餐与转化设计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（3/3）与TCJF团购策略对比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6" name="Text 4"/>
          <p:cNvSpPr/>
          <p:nvPr/>
        </p:nvSpPr>
        <p:spPr>
          <a:xfrm>
            <a:off x="457200" y="1261872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188720"/>
            <a:ext cx="228600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8" name="Text 6"/>
          <p:cNvSpPr/>
          <p:nvPr/>
        </p:nvSpPr>
        <p:spPr>
          <a:xfrm>
            <a:off x="1828800" y="12618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TCJF策略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188720"/>
            <a:ext cx="228600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0" name="Text 8"/>
          <p:cNvSpPr/>
          <p:nvPr/>
        </p:nvSpPr>
        <p:spPr>
          <a:xfrm>
            <a:off x="4114800" y="12618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Mr.JUDY策略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2" name="Text 10"/>
          <p:cNvSpPr/>
          <p:nvPr/>
        </p:nvSpPr>
        <p:spPr>
          <a:xfrm>
            <a:off x="6400800" y="1261872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差异化价值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13716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4" name="Text 12"/>
          <p:cNvSpPr/>
          <p:nvPr/>
        </p:nvSpPr>
        <p:spPr>
          <a:xfrm>
            <a:off x="548640" y="182880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引流款定价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1691640"/>
            <a:ext cx="22860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6" name="Text 14"/>
          <p:cNvSpPr/>
          <p:nvPr/>
        </p:nvSpPr>
        <p:spPr>
          <a:xfrm>
            <a:off x="1920240" y="182880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29.9元起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1691640"/>
            <a:ext cx="22860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8" name="Text 16"/>
          <p:cNvSpPr/>
          <p:nvPr/>
        </p:nvSpPr>
        <p:spPr>
          <a:xfrm>
            <a:off x="4206240" y="182880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39.9元起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256032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0" name="Text 18"/>
          <p:cNvSpPr/>
          <p:nvPr/>
        </p:nvSpPr>
        <p:spPr>
          <a:xfrm>
            <a:off x="6492240" y="18288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保持品质感不拼低价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240280"/>
            <a:ext cx="13716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548640" y="237744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核心卖点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2240280"/>
            <a:ext cx="22860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1920240" y="23774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15天不满意重做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2240280"/>
            <a:ext cx="22860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4206240" y="23774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卡诗+独立空间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2240280"/>
            <a:ext cx="256032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体验价值差异化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0" name="Text 28"/>
          <p:cNvSpPr/>
          <p:nvPr/>
        </p:nvSpPr>
        <p:spPr>
          <a:xfrm>
            <a:off x="548640" y="292608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升级路径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0" y="2788920"/>
            <a:ext cx="22860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2" name="Text 30"/>
          <p:cNvSpPr/>
          <p:nvPr/>
        </p:nvSpPr>
        <p:spPr>
          <a:xfrm>
            <a:off x="1920240" y="292608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烫染套餐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0" y="2788920"/>
            <a:ext cx="22860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4" name="Text 32"/>
          <p:cNvSpPr/>
          <p:nvPr/>
        </p:nvSpPr>
        <p:spPr>
          <a:xfrm>
            <a:off x="4206240" y="292608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头皮护理套餐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2788920"/>
            <a:ext cx="256032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6" name="Text 34"/>
          <p:cNvSpPr/>
          <p:nvPr/>
        </p:nvSpPr>
        <p:spPr>
          <a:xfrm>
            <a:off x="6492240" y="29260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健康理念教育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337560"/>
            <a:ext cx="13716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48640" y="347472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储值策略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28800" y="3337560"/>
            <a:ext cx="22860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1920240" y="347472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剪发卡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0" y="3337560"/>
            <a:ext cx="22860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4206240" y="347472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护理会员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3337560"/>
            <a:ext cx="256032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高频复购锁定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886200"/>
            <a:ext cx="13716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6" name="Text 44"/>
          <p:cNvSpPr/>
          <p:nvPr/>
        </p:nvSpPr>
        <p:spPr>
          <a:xfrm>
            <a:off x="548640" y="402336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目标LTV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28800" y="3886200"/>
            <a:ext cx="22860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8" name="Text 46"/>
          <p:cNvSpPr/>
          <p:nvPr/>
        </p:nvSpPr>
        <p:spPr>
          <a:xfrm>
            <a:off x="1920240" y="4023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500元/年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14800" y="3886200"/>
            <a:ext cx="228600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50" name="Text 48"/>
          <p:cNvSpPr/>
          <p:nvPr/>
        </p:nvSpPr>
        <p:spPr>
          <a:xfrm>
            <a:off x="4206240" y="4023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2000元/年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3886200"/>
            <a:ext cx="2560320" cy="502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52" name="Text 50"/>
          <p:cNvSpPr/>
          <p:nvPr/>
        </p:nvSpPr>
        <p:spPr>
          <a:xfrm>
            <a:off x="6492240" y="40233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高净值人群价值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434840"/>
            <a:ext cx="13716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48640" y="457200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售后承诺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828800" y="4434840"/>
            <a:ext cx="22860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1920240" y="457200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15天重做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4800" y="4434840"/>
            <a:ext cx="228600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4206240" y="457200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7天无理由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0" y="4434840"/>
            <a:ext cx="256032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6492240" y="45720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降低决策门槛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62" name="Text 6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核心差异：TCJF拼低价+便利性，Mr.JUDY拼体验+专业度，目标人群LTV提升4倍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  达人推广体系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（1/3）达人生态分层策略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28016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6" name="Text 4"/>
          <p:cNvSpPr/>
          <p:nvPr/>
        </p:nvSpPr>
        <p:spPr>
          <a:xfrm>
            <a:off x="457200" y="1261872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层级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188720"/>
            <a:ext cx="128016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8" name="Text 6"/>
          <p:cNvSpPr/>
          <p:nvPr/>
        </p:nvSpPr>
        <p:spPr>
          <a:xfrm>
            <a:off x="1737360" y="1261872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粉丝量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188720"/>
            <a:ext cx="182880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0" name="Text 8"/>
          <p:cNvSpPr/>
          <p:nvPr/>
        </p:nvSpPr>
        <p:spPr>
          <a:xfrm>
            <a:off x="3017520" y="1261872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合作数量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37744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2" name="Text 10"/>
          <p:cNvSpPr/>
          <p:nvPr/>
        </p:nvSpPr>
        <p:spPr>
          <a:xfrm>
            <a:off x="4846320" y="1261872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合作方式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1188720"/>
            <a:ext cx="20116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4" name="Text 12"/>
          <p:cNvSpPr/>
          <p:nvPr/>
        </p:nvSpPr>
        <p:spPr>
          <a:xfrm>
            <a:off x="7223760" y="12618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核心目的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691640"/>
            <a:ext cx="128016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6" name="Text 14"/>
          <p:cNvSpPr/>
          <p:nvPr/>
        </p:nvSpPr>
        <p:spPr>
          <a:xfrm>
            <a:off x="502920" y="187452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头部标杆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1691640"/>
            <a:ext cx="128016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8" name="Text 16"/>
          <p:cNvSpPr/>
          <p:nvPr/>
        </p:nvSpPr>
        <p:spPr>
          <a:xfrm>
            <a:off x="1783080" y="187452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100万+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1691640"/>
            <a:ext cx="182880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0" name="Text 18"/>
          <p:cNvSpPr/>
          <p:nvPr/>
        </p:nvSpPr>
        <p:spPr>
          <a:xfrm>
            <a:off x="3063240" y="18745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2-3位/季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691640"/>
            <a:ext cx="237744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2" name="Text 20"/>
          <p:cNvSpPr/>
          <p:nvPr/>
        </p:nvSpPr>
        <p:spPr>
          <a:xfrm>
            <a:off x="4892040" y="18745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品牌代言+深度合作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1691640"/>
            <a:ext cx="20116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4" name="Text 22"/>
          <p:cNvSpPr/>
          <p:nvPr/>
        </p:nvSpPr>
        <p:spPr>
          <a:xfrm>
            <a:off x="7269480" y="187452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品牌背书、破圈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128016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502920" y="251460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腰部种草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37360" y="2331720"/>
            <a:ext cx="128016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1783080" y="251460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10-100万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17520" y="2331720"/>
            <a:ext cx="182880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3063240" y="25146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10-15位/月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331720"/>
            <a:ext cx="237744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4892040" y="25146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探店视频+知识科普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23760" y="2331720"/>
            <a:ext cx="20116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7269480" y="25146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精准种草信任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2971800"/>
            <a:ext cx="128016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6" name="Text 34"/>
          <p:cNvSpPr/>
          <p:nvPr/>
        </p:nvSpPr>
        <p:spPr>
          <a:xfrm>
            <a:off x="502920" y="315468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本地生活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37360" y="2971800"/>
            <a:ext cx="128016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8" name="Text 36"/>
          <p:cNvSpPr/>
          <p:nvPr/>
        </p:nvSpPr>
        <p:spPr>
          <a:xfrm>
            <a:off x="1783080" y="315468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1-10万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2971800"/>
            <a:ext cx="182880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0" name="Text 38"/>
          <p:cNvSpPr/>
          <p:nvPr/>
        </p:nvSpPr>
        <p:spPr>
          <a:xfrm>
            <a:off x="3063240" y="31546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30-50位/月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2971800"/>
            <a:ext cx="237744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2" name="Text 40"/>
          <p:cNvSpPr/>
          <p:nvPr/>
        </p:nvSpPr>
        <p:spPr>
          <a:xfrm>
            <a:off x="4892040" y="31546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团购挂载+同城引流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23760" y="2971800"/>
            <a:ext cx="20116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44" name="Text 42"/>
          <p:cNvSpPr/>
          <p:nvPr/>
        </p:nvSpPr>
        <p:spPr>
          <a:xfrm>
            <a:off x="7269480" y="31546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到店转化GMV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611880"/>
            <a:ext cx="128016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502920" y="379476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素人体验官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737360" y="3611880"/>
            <a:ext cx="128016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1783080" y="379476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0-1万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17520" y="3611880"/>
            <a:ext cx="182880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3063240" y="379476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100+位/月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3611880"/>
            <a:ext cx="237744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4892040" y="3794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免费体验换UGC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23760" y="3611880"/>
            <a:ext cx="20116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7269480" y="379476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口碑沉淀真实感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4297680"/>
            <a:ext cx="822960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月度达人合作预算参考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头部：5-10万/位  |  腰部：5000-2万/位  |  本地：500-2000/位  |  素人：免费置换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  达人推广体系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（2/3）达人类型与内容角度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2560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7" name="Text 5"/>
          <p:cNvSpPr/>
          <p:nvPr/>
        </p:nvSpPr>
        <p:spPr>
          <a:xfrm>
            <a:off x="457200" y="135331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美妆护肤博主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内容角度：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头皮护理是护肤延伸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核心话术：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"头皮比脸皮老6岁"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1280160"/>
            <a:ext cx="2011680" cy="2560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2651760" y="1280160"/>
            <a:ext cx="20116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4" name="Text 12"/>
          <p:cNvSpPr/>
          <p:nvPr/>
        </p:nvSpPr>
        <p:spPr>
          <a:xfrm>
            <a:off x="2651760" y="135331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职场生活方式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1828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内容角度：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1031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白领下班放松场景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核心话术：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92608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A8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"打工人的秘密基地"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2011680" cy="2560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4846320" y="1280160"/>
            <a:ext cx="201168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846320" y="135331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本地探店达人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828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内容角度：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1031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同城好店推荐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651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核心话术：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"XX城市最值得体验"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1280160"/>
            <a:ext cx="2011680" cy="2560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7040880" y="1280160"/>
            <a:ext cx="2011680" cy="4572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8" name="Text 26"/>
          <p:cNvSpPr/>
          <p:nvPr/>
        </p:nvSpPr>
        <p:spPr>
          <a:xfrm>
            <a:off x="7040880" y="135331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健康养生博主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1828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内容角度：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1031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头皮健康科普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651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核心话术：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292608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"脱发头油解决方案"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11887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4" name="Text 32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达人合作SOP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筛选 → 触达 → 内容共创 → 投放追踪 → 效果复盘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关键指标：播放量、互动率、团购点击、到店核销、单达人ROI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  达人推广体系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（3/3）达人Brief与内容规范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达人Brief必拍内容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 门头/环境（突出私密空间）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2. 头皮检测过程（专业感）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3. 洗护服务过程（ASMR）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4. 前后对比/反馈（效果）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5. 卡诗产品展示（品质）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6. 团购引导口播（转化）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必提卖点（至少2个）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"独立私密空间，安心享受"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"卡诗官方合作，大牌产品"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"专利按摩椅，躺着护理"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"头皮检测，了解真实状态"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FEE2E2"/>
          </a:solidFill>
        </p:spPr>
      </p:sp>
      <p:sp>
        <p:nvSpPr>
          <p:cNvPr id="20" name="Text 18"/>
          <p:cNvSpPr/>
          <p:nvPr/>
        </p:nvSpPr>
        <p:spPr>
          <a:xfrm>
            <a:off x="4937760" y="3063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内容禁忌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不要提"理发""剪发"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82219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不要过度承诺效果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16966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不要出现竞品对比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51713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不要泄露客户隐私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  商家矩阵账号体系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（1/3）矩阵架构与分工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6" name="Text 4"/>
          <p:cNvSpPr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品牌主号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官方形象、活动发布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148840"/>
            <a:ext cx="0" cy="27432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68880"/>
            <a:ext cx="3200400" cy="6400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0" name="Text 8"/>
          <p:cNvSpPr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商家门店号（1店1号）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同城引流、团购转化、2-3条/天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468880"/>
            <a:ext cx="3200400" cy="6400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3" name="Text 11"/>
          <p:cNvSpPr/>
          <p:nvPr/>
        </p:nvSpPr>
        <p:spPr>
          <a:xfrm>
            <a:off x="5212080" y="256032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职人IP号（1店2-3人）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315468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信任建立、专业背书、1-2条/天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3931920" cy="1645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6" name="Text 14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门店号核心职责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发布门店环境、服务展示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7083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挂载团购链接、活动预告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71830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转发达人内容、客户反馈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06577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KPI：到店核销数、团购GMV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566160"/>
            <a:ext cx="3931920" cy="164592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2" name="Text 20"/>
          <p:cNvSpPr/>
          <p:nvPr/>
        </p:nvSpPr>
        <p:spPr>
          <a:xfrm>
            <a:off x="4937760" y="36576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职人IP核心职责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402336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发布养发知识、专业科普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37083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分享工作日常、客户故事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71830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承接咨询、建立信任转私域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506577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KPI：咨询转化、私域沉淀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  商家矩阵账号体系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（2/3）职人IP打造指南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职人IP人设定位方向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011680" cy="2560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57200" y="1600200"/>
            <a:ext cx="2011680" cy="4572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8" name="Text 6"/>
          <p:cNvSpPr/>
          <p:nvPr/>
        </p:nvSpPr>
        <p:spPr>
          <a:xfrm>
            <a:off x="457200" y="167335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专业顾问型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资深养发师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头皮诊断+方案定制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@头皮医生小王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600200"/>
            <a:ext cx="2011680" cy="2560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2651760" y="1600200"/>
            <a:ext cx="20116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4" name="Text 12"/>
          <p:cNvSpPr/>
          <p:nvPr/>
        </p:nvSpPr>
        <p:spPr>
          <a:xfrm>
            <a:off x="2651760" y="167335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温暖陪伴型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1488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前台/客服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51460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客户故事+情感连接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2004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8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@JUDY小助理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600200"/>
            <a:ext cx="2011680" cy="2560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4846320" y="1600200"/>
            <a:ext cx="201168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4846320" y="167335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知识科普型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1488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培训师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51460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养发知识+产品测评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2004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@养发研究所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1600200"/>
            <a:ext cx="2011680" cy="2560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7040880" y="1600200"/>
            <a:ext cx="2011680" cy="4572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6" name="Text 24"/>
          <p:cNvSpPr/>
          <p:nvPr/>
        </p:nvSpPr>
        <p:spPr>
          <a:xfrm>
            <a:off x="7040880" y="167335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颜值担当型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1488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形象好员工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251460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工作日常+生活方式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32004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@JUDY洗头哥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8229600" cy="91440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1" name="Text 29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职人IP选拔标准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形象气质佳 | 表达能力好 | 专业技能扎实 | 愿意出镜 | 有社交活跃度优先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  商家矩阵账号体系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（3/3）协作机制与考核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3774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门店号与职人IP协作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达人探店后：门店号转发挂载团购，职人IP知识承接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新品上线：门店号官方发布，职人IP测评分享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客户咨询：门店号引导预约，职人IP专业解答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负面反馈：门店号官方回应，职人IP情感安抚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23774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2" name="Text 10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考核指标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商家门店号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核心：到店核销数、团购GMV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次要：同城曝光、粉丝增长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职人IP号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核心：咨询转化率、私域沉淀数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次要：粉丝量、互动率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463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组织架构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总部运营中心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425196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品牌主号运营 + 达人合作组 + 区域运营经理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门店执行层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46177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门店号运营（员工兼职）+ 职人IP孵化（总部培训支持）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  执行落地与阶段目标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（1/3）三阶段目标规划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7315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冷启动期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1-2月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账号搭建完成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内容测试跑通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粉丝破万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团购上线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3383280" y="1280160"/>
            <a:ext cx="2743200" cy="7315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6" name="Text 14"/>
          <p:cNvSpPr/>
          <p:nvPr/>
        </p:nvSpPr>
        <p:spPr>
          <a:xfrm>
            <a:off x="3383280" y="14173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成长期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2514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3-6月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88036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爆款内容产出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2461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达人合作铺开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3611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月销破百万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9776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门店矩阵成型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280160"/>
            <a:ext cx="2743200" cy="3200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6309360" y="1280160"/>
            <a:ext cx="2743200" cy="73152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25" name="Text 23"/>
          <p:cNvSpPr/>
          <p:nvPr/>
        </p:nvSpPr>
        <p:spPr>
          <a:xfrm>
            <a:off x="6309360" y="14173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09360" y="21031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A8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规模化期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09360" y="2514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6-12月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288036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职人IP孵化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2461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品牌声量提升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611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云连锁扩张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39776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行业标杆打造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8229600" cy="64008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3" name="Text 31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关键里程碑：2月团购上线 → 4月月销破百万 → 12月千店矩阵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  执行落地与阶段目标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（2/3）月度执行节奏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6" name="Text 4"/>
          <p:cNvSpPr/>
          <p:nvPr/>
        </p:nvSpPr>
        <p:spPr>
          <a:xfrm>
            <a:off x="457200" y="1261872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阶段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1188720"/>
            <a:ext cx="20116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8" name="Text 6"/>
          <p:cNvSpPr/>
          <p:nvPr/>
        </p:nvSpPr>
        <p:spPr>
          <a:xfrm>
            <a:off x="1554480" y="12618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达人动作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20116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0" name="Text 8"/>
          <p:cNvSpPr/>
          <p:nvPr/>
        </p:nvSpPr>
        <p:spPr>
          <a:xfrm>
            <a:off x="3566160" y="12618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矩阵动作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3383280" cy="4572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2" name="Text 10"/>
          <p:cNvSpPr/>
          <p:nvPr/>
        </p:nvSpPr>
        <p:spPr>
          <a:xfrm>
            <a:off x="5577840" y="126187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关键目标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10972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4" name="Text 12"/>
          <p:cNvSpPr/>
          <p:nvPr/>
        </p:nvSpPr>
        <p:spPr>
          <a:xfrm>
            <a:off x="548640" y="1874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1691640"/>
            <a:ext cx="20116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6" name="Text 14"/>
          <p:cNvSpPr/>
          <p:nvPr/>
        </p:nvSpPr>
        <p:spPr>
          <a:xfrm>
            <a:off x="1645920" y="18745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头部达人合作发布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1691640"/>
            <a:ext cx="20116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8" name="Text 16"/>
          <p:cNvSpPr/>
          <p:nvPr/>
        </p:nvSpPr>
        <p:spPr>
          <a:xfrm>
            <a:off x="3657600" y="18745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品牌主号宣发+门店/职人转发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1691640"/>
            <a:ext cx="33832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0" name="Text 18"/>
          <p:cNvSpPr/>
          <p:nvPr/>
        </p:nvSpPr>
        <p:spPr>
          <a:xfrm>
            <a:off x="5669280" y="187452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品牌声量爆发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10972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548640" y="2514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2331720"/>
            <a:ext cx="20116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1645920" y="2514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腰部达人集中投放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2331720"/>
            <a:ext cx="20116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3657600" y="2514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门店号跟进+本地达人二探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331720"/>
            <a:ext cx="33832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5669280" y="251460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到店转化提升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10972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0" name="Text 28"/>
          <p:cNvSpPr/>
          <p:nvPr/>
        </p:nvSpPr>
        <p:spPr>
          <a:xfrm>
            <a:off x="548640" y="31546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54480" y="2971800"/>
            <a:ext cx="20116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2" name="Text 30"/>
          <p:cNvSpPr/>
          <p:nvPr/>
        </p:nvSpPr>
        <p:spPr>
          <a:xfrm>
            <a:off x="1645920" y="31546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素人体验官UGC收集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2971800"/>
            <a:ext cx="20116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4" name="Text 32"/>
          <p:cNvSpPr/>
          <p:nvPr/>
        </p:nvSpPr>
        <p:spPr>
          <a:xfrm>
            <a:off x="3657600" y="31546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职人IP知识科普承接流量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2971800"/>
            <a:ext cx="3383280" cy="59436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6" name="Text 34"/>
          <p:cNvSpPr/>
          <p:nvPr/>
        </p:nvSpPr>
        <p:spPr>
          <a:xfrm>
            <a:off x="5669280" y="315468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口碑沉淀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611880"/>
            <a:ext cx="10972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48640" y="37947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554480" y="3611880"/>
            <a:ext cx="20116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1645920" y="3794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数据复盘优化Brief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566160" y="3611880"/>
            <a:ext cx="20116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3657600" y="3794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月度爆款盘点+SOP沉淀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3611880"/>
            <a:ext cx="338328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5669280" y="37947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持续优化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8229600" cy="10058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达人+矩阵联动打法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达人产出爆款 → 品牌主号转发 → 门店号挂载团购 → 职人IP二次分发 → DOU+追投 → 沉淀素材库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  执行落地与阶段目标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（3/3）与TCJF差异总结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Mr.JUDY vs TCJF 核心差异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8" name="Text 6"/>
          <p:cNvSpPr/>
          <p:nvPr/>
        </p:nvSpPr>
        <p:spPr>
          <a:xfrm>
            <a:off x="457200" y="22402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扩张模式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210312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0" name="Text 8"/>
          <p:cNvSpPr/>
          <p:nvPr/>
        </p:nvSpPr>
        <p:spPr>
          <a:xfrm>
            <a:off x="2377440" y="226771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云连锁为主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210312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2" name="Text 10"/>
          <p:cNvSpPr/>
          <p:nvPr/>
        </p:nvSpPr>
        <p:spPr>
          <a:xfrm>
            <a:off x="5394960" y="226771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先单店跑通再扩张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828800" cy="54864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14" name="Text 12"/>
          <p:cNvSpPr/>
          <p:nvPr/>
        </p:nvSpPr>
        <p:spPr>
          <a:xfrm>
            <a:off x="457200" y="28803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定价策略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274320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6" name="Text 14"/>
          <p:cNvSpPr/>
          <p:nvPr/>
        </p:nvSpPr>
        <p:spPr>
          <a:xfrm>
            <a:off x="2377440" y="290779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低价高频引流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274320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18" name="Text 16"/>
          <p:cNvSpPr/>
          <p:nvPr/>
        </p:nvSpPr>
        <p:spPr>
          <a:xfrm>
            <a:off x="5394960" y="290779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体验价值中高端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828800" cy="54864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20" name="Text 18"/>
          <p:cNvSpPr/>
          <p:nvPr/>
        </p:nvSpPr>
        <p:spPr>
          <a:xfrm>
            <a:off x="457200" y="35204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效果展示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77440" y="338328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2" name="Text 20"/>
          <p:cNvSpPr/>
          <p:nvPr/>
        </p:nvSpPr>
        <p:spPr>
          <a:xfrm>
            <a:off x="2377440" y="354787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发型即时可见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338328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4" name="Text 22"/>
          <p:cNvSpPr/>
          <p:nvPr/>
        </p:nvSpPr>
        <p:spPr>
          <a:xfrm>
            <a:off x="5394960" y="354787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过程+长期效果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1828800" cy="54864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26" name="Text 24"/>
          <p:cNvSpPr/>
          <p:nvPr/>
        </p:nvSpPr>
        <p:spPr>
          <a:xfrm>
            <a:off x="457200" y="41605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目标人群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77440" y="402336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28" name="Text 26"/>
          <p:cNvSpPr/>
          <p:nvPr/>
        </p:nvSpPr>
        <p:spPr>
          <a:xfrm>
            <a:off x="2377440" y="418795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大众市场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4960" y="402336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0" name="Text 28"/>
          <p:cNvSpPr/>
          <p:nvPr/>
        </p:nvSpPr>
        <p:spPr>
          <a:xfrm>
            <a:off x="5394960" y="418795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精准白领女性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1828800" cy="54864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32" name="Text 3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核心壁垒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77440" y="466344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4" name="Text 32"/>
          <p:cNvSpPr/>
          <p:nvPr/>
        </p:nvSpPr>
        <p:spPr>
          <a:xfrm>
            <a:off x="2377440" y="482803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价格+便利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4960" y="4663440"/>
            <a:ext cx="2926080" cy="548640"/>
          </a:xfrm>
          <a:prstGeom prst="rect">
            <a:avLst/>
          </a:prstGeom>
          <a:solidFill>
            <a:srgbClr val="E8F4FC"/>
          </a:solidFill>
        </p:spPr>
      </p:sp>
      <p:sp>
        <p:nvSpPr>
          <p:cNvPr id="36" name="Text 34"/>
          <p:cNvSpPr/>
          <p:nvPr/>
        </p:nvSpPr>
        <p:spPr>
          <a:xfrm>
            <a:off x="5394960" y="482803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体验+专业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8229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8" name="Text 36"/>
          <p:cNvSpPr/>
          <p:nvPr/>
        </p:nvSpPr>
        <p:spPr>
          <a:xfrm>
            <a:off x="457200" y="48006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核心结论：借鉴TCJF云连锁模式，但走差异化路线——以体验价值驱动，打造精致护理专家定位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感谢观看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90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Mr.JUDY 抖音全案运营方案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90D9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4742</Words>
  <Application>WPS 文字</Application>
  <PresentationFormat>On-screen Show (16:9)</PresentationFormat>
  <Paragraphs>1066</Paragraphs>
  <Slides>24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Arial</vt:lpstr>
      <vt:lpstr>宋体</vt:lpstr>
      <vt:lpstr>Wingdings</vt:lpstr>
      <vt:lpstr>Arial Black</vt:lpstr>
      <vt:lpstr>Arial Black</vt:lpstr>
      <vt:lpstr>Arial Black</vt:lpstr>
      <vt:lpstr>Arial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Mr.JUDY 抖音全案运营方案</dc:title>
  <dc:creator>连锁帝国CGO</dc:creator>
  <dc:subject>PptxGenJS Presentation</dc:subject>
  <cp:lastModifiedBy>纳兰龙格</cp:lastModifiedBy>
  <cp:revision>2</cp:revision>
  <dcterms:created xsi:type="dcterms:W3CDTF">2026-05-12T04:57:14Z</dcterms:created>
  <dcterms:modified xsi:type="dcterms:W3CDTF">2026-05-12T04:57:14Z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3F5C9D60889807422AB3026A9D58F676_42</vt:lpwstr>
  </property>
  <property fmtid="{D5CDD505-2E9C-101B-9397-08002B2CF9AE}" pid="3" name="KSOProductBuildVer">
    <vt:lpwstr>2052-12.1.25869.25869</vt:lpwstr>
  </property>
</Properties>
</file>